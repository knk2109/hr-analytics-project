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 Slab"/>
      <p:regular r:id="rId15"/>
      <p:bold r:id="rId16"/>
    </p:embeddedFon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Slab-regular.fntdata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font" Target="fonts/RobotoSlab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23c975910_0_7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f23c975910_0_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23c975910_0_9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23c975910_0_9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23c975910_0_9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23c975910_0_9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23c975910_0_9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23c975910_0_9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23c975910_0_9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23c975910_0_9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23c975910_0_9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23c975910_0_9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23c975910_0_9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23c975910_0_9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23c975910_0_10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23c975910_0_10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23c975910_0_10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f23c975910_0_1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HR Analytics Dashboard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CREATED BY: Karthik 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DATE: 23 June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/>
        </p:nvSpPr>
        <p:spPr>
          <a:xfrm>
            <a:off x="411475" y="279225"/>
            <a:ext cx="8156100" cy="23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Project Objective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To analyze employee attrition patterns and identify the key factors contributing to employee turnover using SQL, PostgreSQL, and Power BI.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Business Problem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Employee attrition can lead to increased hiring costs, productivity loss, and disruption of business operations. HR leaders need actionable insights to identify high-risk employee groups and implement targeted retention strategies.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527975" y="2265175"/>
            <a:ext cx="3082800" cy="26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411475" y="2265175"/>
            <a:ext cx="3082800" cy="26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527975" y="2759225"/>
            <a:ext cx="30828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Project Scope</a:t>
            </a:r>
            <a:endParaRPr b="1" sz="16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Data Audit &amp; Quality Assessment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Data Cleaning &amp; Transformation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Data Warehouse Design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Star Schema Modeling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Exploratory Data Analysis (EDA)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KPI Development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Interactive Power BI Dashboard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Executive Insights &amp; Recommendations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3610775" y="2742075"/>
            <a:ext cx="2486700" cy="22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Tools Used</a:t>
            </a:r>
            <a:endParaRPr b="1" sz="18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PostgreSQL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DBeaver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VS Code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SQL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Power BI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Git &amp; GitHub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6213975" y="2827325"/>
            <a:ext cx="22482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Dataset Summary</a:t>
            </a:r>
            <a:endParaRPr b="1" sz="18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Total Employees: 1,470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Total Columns: 35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Employee Attrition Dataset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HR Domain Analytics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/>
        </p:nvSpPr>
        <p:spPr>
          <a:xfrm>
            <a:off x="426175" y="161650"/>
            <a:ext cx="77595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Business Problem &amp; Key Questions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3678750" y="750538"/>
            <a:ext cx="5335800" cy="3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Key Business Questions</a:t>
            </a:r>
            <a:endParaRPr b="1" sz="20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What is the overall employee attrition rate?</a:t>
            </a:r>
            <a:endParaRPr sz="12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Which departments experience the highest attrition?</a:t>
            </a:r>
            <a:endParaRPr sz="12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Which job roles experience the highest attrition?</a:t>
            </a:r>
            <a:endParaRPr sz="12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Does overtime increase employee turnover?</a:t>
            </a:r>
            <a:endParaRPr sz="12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Which age groups are most likely to leave?</a:t>
            </a:r>
            <a:endParaRPr sz="12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How does compensation influence attrition?</a:t>
            </a:r>
            <a:endParaRPr sz="12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Does job satisfaction impact employee retention?</a:t>
            </a:r>
            <a:endParaRPr sz="12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Does work-life balance influence employee turnover?</a:t>
            </a:r>
            <a:endParaRPr sz="12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Are new employees more likely to leave than experienced employees?</a:t>
            </a:r>
            <a:endParaRPr sz="12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What employee profile represents the highest attrition ris</a:t>
            </a:r>
            <a:r>
              <a:rPr lang="en" sz="800">
                <a:solidFill>
                  <a:schemeClr val="dk1"/>
                </a:solidFill>
              </a:rPr>
              <a:t>k?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622650" y="750538"/>
            <a:ext cx="3056100" cy="3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Problem Statement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organization is experiencing employee attrition and wants to understand: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Who is leaving?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Why are employees leaving?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Which employee segments are at highest risk?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What actions can reduce attrition?</a:t>
            </a:r>
            <a:endParaRPr sz="2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426175" y="4121650"/>
            <a:ext cx="7289400" cy="8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Expected Outcome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Identify the major drivers of attrition and provide actionable recommendations to improve employee retention</a:t>
            </a:r>
            <a:r>
              <a:rPr lang="en" sz="700">
                <a:solidFill>
                  <a:schemeClr val="dk1"/>
                </a:solidFill>
              </a:rPr>
              <a:t>.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0275" y="1376550"/>
            <a:ext cx="3315800" cy="32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/>
        </p:nvSpPr>
        <p:spPr>
          <a:xfrm>
            <a:off x="510325" y="1192200"/>
            <a:ext cx="2214600" cy="30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Dimension Tables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dim_employee</a:t>
            </a:r>
            <a:endParaRPr b="1"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Employee Number (PK)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Age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Gender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Marital Status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Education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Education Field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Job Level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dim_department</a:t>
            </a:r>
            <a:endParaRPr b="1"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Department (PK)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dim_jobrole</a:t>
            </a:r>
            <a:endParaRPr b="1" sz="8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800">
                <a:solidFill>
                  <a:schemeClr val="dk1"/>
                </a:solidFill>
              </a:rPr>
              <a:t>Job Role (PK</a:t>
            </a:r>
            <a:r>
              <a:rPr lang="en" sz="1000">
                <a:solidFill>
                  <a:schemeClr val="dk1"/>
                </a:solidFill>
              </a:rPr>
              <a:t>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3085300" y="1192200"/>
            <a:ext cx="2214600" cy="3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Fact Table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fact_employee_attrition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Employee Number (FK)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Department (FK)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Job Role (FK)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Attrition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Overtime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Monthly Income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Job Satisfaction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Work-Life Balance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Years at Company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Years in Current Role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Years Since Last Promotion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Years with Current Manager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Training Times Last Year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562050" y="187350"/>
            <a:ext cx="76812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Model &amp; Architecture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664225" y="817500"/>
            <a:ext cx="32361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STAR Schema Design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5790700" y="800475"/>
            <a:ext cx="30315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ER Diagram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7" title="HR Attrition Excecutive Dash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8" title="Employee Attrition Driver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22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9" title="Employee Experience and Satisfac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57"/>
            <a:ext cx="9144001" cy="5140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0" title="Executive Insights and Recommendat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- Business Value</a:t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dashboard enables HR leaders to: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Identify high-risk employee groups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Monitor workforce attrition trends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Improve employee retention strategies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Support data-driven workforce planning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Reduce replacement and hiring costs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